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7" r:id="rId4"/>
    <p:sldId id="268" r:id="rId5"/>
    <p:sldId id="269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706" autoAdjust="0"/>
  </p:normalViewPr>
  <p:slideViewPr>
    <p:cSldViewPr>
      <p:cViewPr varScale="1">
        <p:scale>
          <a:sx n="111" d="100"/>
          <a:sy n="111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6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3352395-1AEB-4317-8FBF-76B3F892E133}" type="datetime1">
              <a:rPr lang="es-ES" smtClean="0"/>
              <a:t>7/5/26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B3C20D7-F8F1-4196-9585-26F31AFC85C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36A53-D1B8-4E48-B2A1-5F9F232D50C8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AEC444-603B-4F09-9A06-5917518DD90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DAEC444-603B-4F09-9A06-5917518DD901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2375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26294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32788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33591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9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DFA3D-F034-4938-9094-D7E14211575F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431077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9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664A15-61A4-40CE-9F54-1A4B860DCEAD}" type="datetime1">
              <a:rPr lang="es-ES" noProof="0" smtClean="0"/>
              <a:t>7/5/26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203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5F397B3-1B87-43FA-8C97-E72B844712DC}" type="datetime1">
              <a:rPr lang="es-ES" noProof="0" smtClean="0"/>
              <a:t>7/5/26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9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C6B63-9EA6-453A-9419-839BA22E14BD}" type="datetime1">
              <a:rPr lang="es-ES" smtClean="0"/>
              <a:pPr/>
              <a:t>7/5/26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1A91-982D-4D0A-97BA-3C973229C17D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3274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A2A4C16-5248-430E-B264-231FA6214EAA}" type="datetime1">
              <a:rPr lang="es-ES" noProof="0" smtClean="0"/>
              <a:t>7/5/26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174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DFA3D-F034-4938-9094-D7E14211575F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92117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63A0B-0AB0-4A00-A4B2-3FF1454F4C71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3129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7F50-4B16-4A43-AC5E-B60D726CE620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13333A4-2EF1-4B79-B68C-AB20E66B482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143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70DFA3D-F034-4938-9094-D7E14211575F}" type="datetime1">
              <a:rPr lang="es-ES" noProof="0" smtClean="0"/>
              <a:pPr/>
              <a:t>7/5/26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B13333A4-2EF1-4B79-B68C-AB20E66B482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21EBA0-9AC3-8BAB-ABCC-E20D13F2706C}"/>
              </a:ext>
            </a:extLst>
          </p:cNvPr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3147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Trabajo Práctico Final -GPS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2057" y="4468030"/>
            <a:ext cx="7891272" cy="1481249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Académica: Dra. Ana Bustamante Mora</a:t>
            </a:r>
          </a:p>
          <a:p>
            <a:pPr rtl="0"/>
            <a:r>
              <a:rPr lang="es-ES" dirty="0"/>
              <a:t>Ayudante: Benjamín Urrea.</a:t>
            </a:r>
          </a:p>
          <a:p>
            <a:r>
              <a:rPr lang="es-CL" i="1" dirty="0"/>
              <a:t>Departamento de Ciencias de la Computación e Informática </a:t>
            </a:r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3E8771-F9FF-26F0-F3D7-6F5CC8C10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5425777"/>
            <a:ext cx="3115524" cy="12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ETAPAS DEL CASO Práctico 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800" dirty="0"/>
              <a:t>La simulación tiene tres partes : </a:t>
            </a:r>
          </a:p>
          <a:p>
            <a:pPr marL="0" indent="0" rtl="0">
              <a:buNone/>
            </a:pPr>
            <a:endParaRPr lang="es-ES" sz="2800" dirty="0"/>
          </a:p>
          <a:p>
            <a:pPr marL="514350" indent="-514350" rtl="0">
              <a:buFont typeface="+mj-lt"/>
              <a:buAutoNum type="arabicPeriod"/>
            </a:pPr>
            <a:r>
              <a:rPr lang="es-ES" sz="2800" dirty="0"/>
              <a:t>Antes del Proyecto, </a:t>
            </a:r>
          </a:p>
          <a:p>
            <a:pPr marL="514350" indent="-514350" rtl="0">
              <a:buFont typeface="+mj-lt"/>
              <a:buAutoNum type="arabicPeriod"/>
            </a:pPr>
            <a:r>
              <a:rPr lang="es-ES" sz="2800" dirty="0"/>
              <a:t>Proyecto y </a:t>
            </a:r>
          </a:p>
          <a:p>
            <a:pPr marL="514350" indent="-514350" rtl="0">
              <a:buFont typeface="+mj-lt"/>
              <a:buAutoNum type="arabicPeriod"/>
            </a:pPr>
            <a:r>
              <a:rPr lang="es-ES" sz="2800" dirty="0"/>
              <a:t>Después del Proyecto.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80B83D-36EA-6F32-370D-1624DEEA8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5085184"/>
            <a:ext cx="2419262" cy="9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ES" sz="8900" dirty="0"/>
              <a:t>Antes del </a:t>
            </a:r>
            <a:r>
              <a:rPr lang="es-ES" sz="6000" dirty="0"/>
              <a:t>Proyecto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800" dirty="0"/>
              <a:t>●	Organizar y definir</a:t>
            </a:r>
          </a:p>
          <a:p>
            <a:pPr marL="0" indent="0" rtl="0">
              <a:buNone/>
            </a:pPr>
            <a:r>
              <a:rPr lang="es-ES" sz="2800" dirty="0"/>
              <a:t>●	Hacer el esquema de planificación - Cronograma</a:t>
            </a:r>
          </a:p>
          <a:p>
            <a:pPr marL="0" indent="0" rtl="0">
              <a:buNone/>
            </a:pPr>
            <a:r>
              <a:rPr lang="es-ES" sz="2800" dirty="0"/>
              <a:t>●	Definir requerimientos </a:t>
            </a:r>
          </a:p>
          <a:p>
            <a:pPr marL="0" indent="0" rtl="0">
              <a:buNone/>
            </a:pPr>
            <a:r>
              <a:rPr lang="es-ES" sz="2800" dirty="0"/>
              <a:t>●	Estimar - costear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188101-8751-8F00-82CB-C62567B5B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5085184"/>
            <a:ext cx="2419262" cy="9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ES" sz="8900" dirty="0"/>
              <a:t>En El </a:t>
            </a:r>
            <a:r>
              <a:rPr lang="es-ES" dirty="0"/>
              <a:t>Proyecto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800" dirty="0"/>
              <a:t>●	Desarrollar la solución (maquetas navegables)</a:t>
            </a:r>
          </a:p>
          <a:p>
            <a:pPr marL="0" indent="0" rtl="0">
              <a:buNone/>
            </a:pPr>
            <a:r>
              <a:rPr lang="es-ES" sz="2800" dirty="0"/>
              <a:t>●	Revisar y validar su solución – TRL2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F4376D-EF23-D9AC-6738-124F4AFE3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5085184"/>
            <a:ext cx="2419262" cy="9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6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3600" dirty="0"/>
              <a:t>Después del Proyecto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es-ES" sz="2800" dirty="0"/>
              <a:t>    Presentación</a:t>
            </a:r>
          </a:p>
          <a:p>
            <a:pPr lvl="2"/>
            <a:r>
              <a:rPr lang="es-ES" sz="2400" dirty="0"/>
              <a:t>(10 minutos de presentación + 5 de preguntas) 1P c/grupo </a:t>
            </a:r>
            <a:r>
              <a:rPr lang="es-ES" sz="2400" dirty="0" err="1"/>
              <a:t>foraneo</a:t>
            </a:r>
            <a:endParaRPr lang="es-ES" sz="2400" dirty="0"/>
          </a:p>
          <a:p>
            <a:r>
              <a:rPr lang="es-ES" sz="2800" dirty="0"/>
              <a:t>    Debate</a:t>
            </a:r>
          </a:p>
          <a:p>
            <a:pPr lvl="2"/>
            <a:r>
              <a:rPr lang="es-ES" sz="2400" dirty="0"/>
              <a:t> Opcional ( siempre que nos alcance el tiempo 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86A379-06D0-2E2F-9827-F7EB73EDF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5085184"/>
            <a:ext cx="2419262" cy="9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A80DE-6360-9D40-5E9D-8CA067C1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215" y="404664"/>
            <a:ext cx="10058400" cy="1609344"/>
          </a:xfrm>
        </p:spPr>
        <p:txBody>
          <a:bodyPr/>
          <a:lstStyle/>
          <a:p>
            <a:r>
              <a:rPr lang="es-ES" dirty="0"/>
              <a:t>Evaluación de cada aspecto</a:t>
            </a:r>
            <a:endParaRPr lang="es-CL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009BBDB-BBD3-77D0-A702-405CD9F1F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523689"/>
              </p:ext>
            </p:extLst>
          </p:nvPr>
        </p:nvGraphicFramePr>
        <p:xfrm>
          <a:off x="191344" y="1628800"/>
          <a:ext cx="11616142" cy="4505122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4085464000"/>
                    </a:ext>
                  </a:extLst>
                </a:gridCol>
                <a:gridCol w="4230824">
                  <a:extLst>
                    <a:ext uri="{9D8B030D-6E8A-4147-A177-3AD203B41FA5}">
                      <a16:colId xmlns:a16="http://schemas.microsoft.com/office/drawing/2014/main" val="1445502520"/>
                    </a:ext>
                  </a:extLst>
                </a:gridCol>
                <a:gridCol w="1447527">
                  <a:extLst>
                    <a:ext uri="{9D8B030D-6E8A-4147-A177-3AD203B41FA5}">
                      <a16:colId xmlns:a16="http://schemas.microsoft.com/office/drawing/2014/main" val="1597560824"/>
                    </a:ext>
                  </a:extLst>
                </a:gridCol>
                <a:gridCol w="777602">
                  <a:extLst>
                    <a:ext uri="{9D8B030D-6E8A-4147-A177-3AD203B41FA5}">
                      <a16:colId xmlns:a16="http://schemas.microsoft.com/office/drawing/2014/main" val="2642351442"/>
                    </a:ext>
                  </a:extLst>
                </a:gridCol>
                <a:gridCol w="1245914">
                  <a:extLst>
                    <a:ext uri="{9D8B030D-6E8A-4147-A177-3AD203B41FA5}">
                      <a16:colId xmlns:a16="http://schemas.microsoft.com/office/drawing/2014/main" val="2601190846"/>
                    </a:ext>
                  </a:extLst>
                </a:gridCol>
                <a:gridCol w="1538014">
                  <a:extLst>
                    <a:ext uri="{9D8B030D-6E8A-4147-A177-3AD203B41FA5}">
                      <a16:colId xmlns:a16="http://schemas.microsoft.com/office/drawing/2014/main" val="4154322498"/>
                    </a:ext>
                  </a:extLst>
                </a:gridCol>
                <a:gridCol w="864093">
                  <a:extLst>
                    <a:ext uri="{9D8B030D-6E8A-4147-A177-3AD203B41FA5}">
                      <a16:colId xmlns:a16="http://schemas.microsoft.com/office/drawing/2014/main" val="3071004199"/>
                    </a:ext>
                  </a:extLst>
                </a:gridCol>
              </a:tblGrid>
              <a:tr h="451248">
                <a:tc>
                  <a:txBody>
                    <a:bodyPr/>
                    <a:lstStyle/>
                    <a:p>
                      <a:pPr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Muy bien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dirty="0">
                          <a:solidFill>
                            <a:schemeClr val="bg1"/>
                          </a:solidFill>
                          <a:effectLst/>
                        </a:rPr>
                        <a:t>Bien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Regular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Suficiente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Nula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277936488"/>
                  </a:ext>
                </a:extLst>
              </a:tr>
              <a:tr h="506189">
                <a:tc rowSpan="8">
                  <a:txBody>
                    <a:bodyPr/>
                    <a:lstStyle/>
                    <a:p>
                      <a:pPr algn="ctr" rtl="0" fontAlgn="b"/>
                      <a:r>
                        <a:rPr lang="es-CL" sz="2000" b="1">
                          <a:solidFill>
                            <a:schemeClr val="bg1"/>
                          </a:solidFill>
                          <a:effectLst/>
                        </a:rPr>
                        <a:t>5 </a:t>
                      </a:r>
                      <a:r>
                        <a:rPr lang="es-CL" sz="2000" b="1" dirty="0">
                          <a:solidFill>
                            <a:schemeClr val="bg1"/>
                          </a:solidFill>
                          <a:effectLst/>
                        </a:rPr>
                        <a:t>Grupos</a:t>
                      </a:r>
                      <a:endParaRPr lang="es-CL" sz="2000" b="1" u="sng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b"/>
                      <a:endParaRPr lang="es-CL" sz="2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Gestión de los recursos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2857290489"/>
                  </a:ext>
                </a:extLst>
              </a:tr>
              <a:tr h="50618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Planificación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502653425"/>
                  </a:ext>
                </a:extLst>
              </a:tr>
              <a:tr h="50618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Estimaciones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2827811215"/>
                  </a:ext>
                </a:extLst>
              </a:tr>
              <a:tr h="42564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ES" sz="2400" kern="1200" dirty="0">
                          <a:solidFill>
                            <a:schemeClr val="bg1"/>
                          </a:solidFill>
                          <a:effectLst/>
                        </a:rPr>
                        <a:t>Autoorganización</a:t>
                      </a:r>
                      <a:endParaRPr lang="es-ES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1967350704"/>
                  </a:ext>
                </a:extLst>
              </a:tr>
              <a:tr h="2530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Gestión de Riesgos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1479770564"/>
                  </a:ext>
                </a:extLst>
              </a:tr>
              <a:tr h="506189">
                <a:tc vMerge="1">
                  <a:txBody>
                    <a:bodyPr/>
                    <a:lstStyle/>
                    <a:p>
                      <a:pPr algn="ctr" rtl="0" fontAlgn="b"/>
                      <a:endParaRPr lang="es-CL" sz="2400" dirty="0">
                        <a:effectLst/>
                      </a:endParaRPr>
                    </a:p>
                  </a:txBody>
                  <a:tcPr marL="19707" marR="19707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Habilidades Comunicacionales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4029719485"/>
                  </a:ext>
                </a:extLst>
              </a:tr>
              <a:tr h="50618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Proactividad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3972849802"/>
                  </a:ext>
                </a:extLst>
              </a:tr>
              <a:tr h="50618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s-CL" sz="2400" kern="1200" dirty="0">
                          <a:solidFill>
                            <a:schemeClr val="bg1"/>
                          </a:solidFill>
                          <a:effectLst/>
                        </a:rPr>
                        <a:t>Utilización de Herramientas</a:t>
                      </a:r>
                      <a:endParaRPr lang="es-CL" sz="2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19707" marR="19707" marT="0" marB="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CL" sz="24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19707" marR="19707" marT="0" marB="0" anchor="b"/>
                </a:tc>
                <a:extLst>
                  <a:ext uri="{0D108BD9-81ED-4DB2-BD59-A6C34878D82A}">
                    <a16:rowId xmlns:a16="http://schemas.microsoft.com/office/drawing/2014/main" val="217015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1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e Offic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{78552412-DE82-4C40-A98F-964EBEA7D85B}tf10001070</Template>
  <TotalTime>75</TotalTime>
  <Words>201</Words>
  <Application>Microsoft Macintosh PowerPoint</Application>
  <PresentationFormat>Panorámica</PresentationFormat>
  <Paragraphs>86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Calibri</vt:lpstr>
      <vt:lpstr>Century Schoolbook</vt:lpstr>
      <vt:lpstr>Rockwell</vt:lpstr>
      <vt:lpstr>Rockwell Condensed</vt:lpstr>
      <vt:lpstr>Rockwell Extra Bold</vt:lpstr>
      <vt:lpstr>Wingdings</vt:lpstr>
      <vt:lpstr>Letras en madera</vt:lpstr>
      <vt:lpstr>Trabajo Práctico Final -GPS</vt:lpstr>
      <vt:lpstr>ETAPAS DEL CASO Práctico  </vt:lpstr>
      <vt:lpstr>Antes del Proyecto </vt:lpstr>
      <vt:lpstr>En El Proyecto </vt:lpstr>
      <vt:lpstr>Después del Proyecto </vt:lpstr>
      <vt:lpstr>Evaluación de cada aspecto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Practico Final -GPS</dc:title>
  <dc:creator>Valeria</dc:creator>
  <cp:lastModifiedBy>Microsoft Office User</cp:lastModifiedBy>
  <cp:revision>10</cp:revision>
  <cp:lastPrinted>2025-06-11T17:52:28Z</cp:lastPrinted>
  <dcterms:created xsi:type="dcterms:W3CDTF">2022-07-05T02:32:29Z</dcterms:created>
  <dcterms:modified xsi:type="dcterms:W3CDTF">2026-05-07T12:36:04Z</dcterms:modified>
</cp:coreProperties>
</file>